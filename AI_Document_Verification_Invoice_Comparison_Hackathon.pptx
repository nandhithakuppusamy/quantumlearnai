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" cy="4663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AI Document Verification</a:t>
            </a:r>
          </a:p>
          <a:p>
            <a:r>
              <a:rPr sz="3800" b="1">
                <a:solidFill>
                  <a:srgbClr val="38BDF8"/>
                </a:solidFill>
              </a:rPr>
              <a:t>&amp; Invoice Comparison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CBD5E1"/>
                </a:solidFill>
              </a:rPr>
              <a:t>AI-powered verification of invoices against purchase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" y="3886200"/>
            <a:ext cx="192024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6392" y="3886200"/>
            <a:ext cx="192024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203A"/>
                </a:solidFill>
              </a:rPr>
              <a:t>AI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85232" y="3886200"/>
            <a:ext cx="192024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Mismatch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AI Hackathon • Working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Why manual invoice verification needs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4251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Current Challenges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Invoices and purchase orders are often checked manually.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Manual comparison is slow and error-prone.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Discrepancies in price, quantity, tax or totals can be missed.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Verification becomes difficult as document volume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20440" cy="4251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Business Impact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Delayed approvals and payments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Higher operational workload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Inconsistent verification decisions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Limited audit visibility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425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520440" cy="4251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Need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Automated document extraction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Fast invoice-to-PO comparison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Clear mismatch detection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Explainable verification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A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A single workflow from document upload to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1
Upload
Invoice + PO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542032"/>
            <a:ext cx="246888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41448" y="182880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2
OCR
Extract 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33087" y="2542032"/>
            <a:ext cx="246889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79976" y="182880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3
AI
Extract fields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71616" y="2542032"/>
            <a:ext cx="246888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18504" y="182880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4
Compare
Match fields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10144" y="2542032"/>
            <a:ext cx="246888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57032" y="182880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5
Detect
Find mismatches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48672" y="2542032"/>
            <a:ext cx="246888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95560" y="1828800"/>
            <a:ext cx="16916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6
Result
Verify / Flag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69080"/>
            <a:ext cx="9966960" cy="114300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Goal: reduce manual effort while making discrepancies visible and 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A"/>
                </a:solidFill>
              </a:rPr>
              <a:t>AI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The intelligence behind the verification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OCR &amp; Document Extraction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Reads PDF, PNG and JPG documents.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Converts invoice and PO content into machine-readable 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AI Field Extraction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Identifies invoice number, vendor, items, quantity, price, tax and total.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Produces structured data for comparison.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187451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530352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Intelligent Comparison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Compares vendor, PO number, items, quantity, prices, tax and totals.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Handles reasonable numerical tolerance.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73152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303520" cy="1874519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Risk &amp;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Flags mismatches and missing fields.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Produces VERIFIED / FLAGGED result with LOW / MEDIUM / HIGH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566160"/>
            <a:ext cx="73152" cy="18745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A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How the application components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73736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React + Vite
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57400"/>
            <a:ext cx="173736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Node.js + Express
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057400"/>
            <a:ext cx="173736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OCR
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057400"/>
            <a:ext cx="173736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AI
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2057400"/>
            <a:ext cx="173736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Comparison +
Risk Engine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697480"/>
            <a:ext cx="54864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2697480"/>
            <a:ext cx="548639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2697480"/>
            <a:ext cx="548639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2697480"/>
            <a:ext cx="54864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4160520"/>
            <a:ext cx="29260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2203A"/>
                </a:solidFill>
              </a:rPr>
              <a:t>Dashboard + Verification Report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337560"/>
            <a:ext cx="0" cy="82296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A"/>
                </a:solidFill>
              </a:rPr>
              <a:t>Sample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Example of how the system detects a discrepancy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03120" cy="594360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08760"/>
            <a:ext cx="2651760" cy="594360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Invoice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508760"/>
            <a:ext cx="2743200" cy="594360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Purchase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508760"/>
            <a:ext cx="1828800" cy="594360"/>
          </a:xfrm>
          <a:prstGeom prst="rect">
            <a:avLst/>
          </a:prstGeom>
          <a:solidFill>
            <a:srgbClr val="1220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10312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Vendor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03120"/>
            <a:ext cx="26517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ABC Traders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103120"/>
            <a:ext cx="274320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ABC Traders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182880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</a:rPr>
              <a:t>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24912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Quantity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724912"/>
            <a:ext cx="26517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724912"/>
            <a:ext cx="2743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724912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</a:rPr>
              <a:t>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46704"/>
            <a:ext cx="210312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Unit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346704"/>
            <a:ext cx="265176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₹520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346704"/>
            <a:ext cx="274320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₹500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346704"/>
            <a:ext cx="1828800" cy="62179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F4444"/>
                </a:solidFill>
              </a:rPr>
              <a:t>MISMATCH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68496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Total Amount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968496"/>
            <a:ext cx="26517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₹52,000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3968496"/>
            <a:ext cx="2743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E293B"/>
                </a:solidFill>
              </a:rPr>
              <a:t>₹50,000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968496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F4444"/>
                </a:solidFill>
              </a:rPr>
              <a:t>MISMATCH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074920"/>
            <a:ext cx="8503920" cy="77724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F4444"/>
                </a:solidFill>
              </a:rPr>
              <a:t>🔴 FINAL RESULT: FLAGGED   •   HIGH RISK   •   2 MISMATCHES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A"/>
                </a:solidFill>
              </a:rPr>
              <a:t>Key Benefits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Why the solution is useful for organizations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Efficiency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Automates repetitive invoice-to-PO checks.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Reduces time spent on manual comparison.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Supports higher document volumes.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4114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Accuracy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Systematically checks critical fields.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Highlights mismatches clearly.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Creates consistent verification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73152" cy="4114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37160"/>
          <a:lstStyle/>
          <a:p>
            <a:pPr algn="ctr"/>
            <a:r>
              <a:rPr sz="1700" b="1">
                <a:solidFill>
                  <a:srgbClr val="12203A"/>
                </a:solidFill>
              </a:rPr>
              <a:t>Transparency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Shows invoice and PO values side-by-side.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Provides an AI verification summary.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Maintains verification history and reports.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73152" cy="411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00200"/>
            <a:ext cx="9738360" cy="594360"/>
          </a:xfrm>
          <a:prstGeom prst="roundRect">
            <a:avLst/>
          </a:prstGeom>
          <a:solidFill>
            <a:srgbClr val="1E32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Advanced document authenticity / tamper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514600"/>
            <a:ext cx="9738360" cy="594360"/>
          </a:xfrm>
          <a:prstGeom prst="roundRect">
            <a:avLst/>
          </a:prstGeom>
          <a:solidFill>
            <a:srgbClr val="1E32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Approval workflow and audit trails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429000"/>
            <a:ext cx="9738360" cy="594360"/>
          </a:xfrm>
          <a:prstGeom prst="roundRect">
            <a:avLst/>
          </a:prstGeom>
          <a:solidFill>
            <a:srgbClr val="1E32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Support for contracts and additional document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4343400"/>
            <a:ext cx="9738360" cy="594360"/>
          </a:xfrm>
          <a:prstGeom prst="roundRect">
            <a:avLst/>
          </a:prstGeom>
          <a:solidFill>
            <a:srgbClr val="1E32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</a:rPr>
              <a:t>Enterprise-scale knowledge 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</a:rPr>
              <a:t>Thank You  •  AI Document Verification &amp; Invoice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